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5"/>
  </p:notesMasterIdLst>
  <p:sldIdLst>
    <p:sldId id="256" r:id="rId2"/>
    <p:sldId id="259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5B"/>
    <a:srgbClr val="017A5C"/>
    <a:srgbClr val="83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2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5FD44-DDA4-4286-908E-FE676BD80EFB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C04E9-10A8-4E5B-A272-EAF57F0AE2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685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C04E9-10A8-4E5B-A272-EAF57F0AE28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00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73817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9612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9680567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010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2186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6156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481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2173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8073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8925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147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0A2724-5D6C-42AB-BB19-13476B97F77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79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41584"/>
            <a:ext cx="7772400" cy="1470025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ylfaen" panose="010A0502050306030303" pitchFamily="18" charset="0"/>
              </a:rPr>
              <a:t>«</a:t>
            </a:r>
            <a:r>
              <a:rPr lang="ru-RU" sz="4800" dirty="0" err="1">
                <a:latin typeface="Sylfaen" panose="010A0502050306030303" pitchFamily="18" charset="0"/>
              </a:rPr>
              <a:t>СчитайПравильно</a:t>
            </a:r>
            <a:r>
              <a:rPr lang="ru-RU" sz="4800" dirty="0">
                <a:latin typeface="Sylfaen" panose="010A0502050306030303" pitchFamily="18" charset="0"/>
              </a:rPr>
              <a:t>»</a:t>
            </a:r>
            <a:endParaRPr sz="4800" dirty="0">
              <a:latin typeface="Sylfaen" panose="010A05020503060303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86760"/>
            <a:ext cx="6400800" cy="824948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accent4">
                    <a:lumMod val="50000"/>
                  </a:schemeClr>
                </a:solidFill>
              </a:rPr>
              <a:t>Считай прибыль, а не убытки</a:t>
            </a:r>
            <a:endParaRPr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D09A7A1B-6D44-A021-78C3-9457C563FEC7}"/>
              </a:ext>
            </a:extLst>
          </p:cNvPr>
          <p:cNvSpPr txBox="1">
            <a:spLocks/>
          </p:cNvSpPr>
          <p:nvPr/>
        </p:nvSpPr>
        <p:spPr>
          <a:xfrm>
            <a:off x="2724995" y="5423452"/>
            <a:ext cx="6298096" cy="589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Выполнили: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Арама Анастасия</a:t>
            </a:r>
            <a:br>
              <a:rPr lang="ru-RU" sz="16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ru-RU" sz="1600" dirty="0">
                <a:solidFill>
                  <a:schemeClr val="accent4">
                    <a:lumMod val="50000"/>
                  </a:schemeClr>
                </a:solidFill>
              </a:rPr>
              <a:t>Коновалова Александра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614"/>
            <a:ext cx="91440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Зеленый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Молочное стекло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487</TotalTime>
  <Words>14</Words>
  <Application>Microsoft Office PowerPoint</Application>
  <PresentationFormat>Экран (4:3)</PresentationFormat>
  <Paragraphs>6</Paragraphs>
  <Slides>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Sylfaen</vt:lpstr>
      <vt:lpstr>Ретро</vt:lpstr>
      <vt:lpstr>«СчитайПравильно»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СчитайПравильно</dc:title>
  <dc:subject/>
  <dc:creator>user</dc:creator>
  <cp:keywords/>
  <dc:description>generated using python-pptx</dc:description>
  <cp:lastModifiedBy>user</cp:lastModifiedBy>
  <cp:revision>37</cp:revision>
  <dcterms:created xsi:type="dcterms:W3CDTF">2013-01-27T09:14:16Z</dcterms:created>
  <dcterms:modified xsi:type="dcterms:W3CDTF">2025-11-18T17:13:11Z</dcterms:modified>
  <cp:category/>
</cp:coreProperties>
</file>
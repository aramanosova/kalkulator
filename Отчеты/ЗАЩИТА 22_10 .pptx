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84" r:id="rId1"/>
  </p:sldMasterIdLst>
  <p:notesMasterIdLst>
    <p:notesMasterId r:id="rId5"/>
  </p:notesMasterIdLst>
  <p:sldIdLst>
    <p:sldId id="256" r:id="rId2"/>
    <p:sldId id="258" r:id="rId3"/>
    <p:sldId id="259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A5B"/>
    <a:srgbClr val="017A5C"/>
    <a:srgbClr val="83A7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Средний стиль 2 — акцент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Средний стиль 2 — акцент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6D9F66E-5EB9-4882-86FB-DCBF35E3C3E4}" styleName="Средний стиль 4 — акцент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22838BEF-8BB2-4498-84A7-C5851F593DF1}" styleName="Средний стиль 4 —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C4B1156A-380E-4F78-BDF5-A606A8083BF9}" styleName="Средний стиль 4 — акцент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26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E5FD44-DDA4-4286-908E-FE676BD80EFB}" type="datetimeFigureOut">
              <a:rPr lang="ru-RU" smtClean="0"/>
              <a:t>21.10.2025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0C04E9-10A8-4E5B-A272-EAF57F0AE2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06857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20C04E9-10A8-4E5B-A272-EAF57F0AE287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80010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A2724-5D6C-42AB-BB19-13476B97F773}" type="datetime1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067381748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A2724-5D6C-42AB-BB19-13476B97F773}" type="datetime1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961297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A2724-5D6C-42AB-BB19-13476B97F773}" type="datetime1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896805676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5"/>
            <a:ext cx="370332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A2724-5D6C-42AB-BB19-13476B97F773}" type="datetime1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501047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A2724-5D6C-42AB-BB19-13476B97F773}" type="datetime1">
              <a:rPr lang="en-US" smtClean="0"/>
              <a:t>10/21/2025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021860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A2724-5D6C-42AB-BB19-13476B97F773}" type="datetime1">
              <a:rPr lang="en-US" smtClean="0"/>
              <a:t>10/21/2025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261560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A2724-5D6C-42AB-BB19-13476B97F773}" type="datetime1">
              <a:rPr lang="en-US" smtClean="0"/>
              <a:t>10/21/2025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034819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731520"/>
            <a:ext cx="4869180" cy="5257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480A2724-5D6C-42AB-BB19-13476B97F773}" type="datetime1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621730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5234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A2724-5D6C-42AB-BB19-13476B97F773}" type="datetime1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780737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A2724-5D6C-42AB-BB19-13476B97F773}" type="datetime1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389252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3989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2302"/>
            <a:ext cx="1971675" cy="575989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2302"/>
            <a:ext cx="5800725" cy="5759898"/>
          </a:xfrm>
        </p:spPr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A2724-5D6C-42AB-BB19-13476B97F773}" type="datetime1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214760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480A2724-5D6C-42AB-BB19-13476B97F773}" type="datetime1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479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41584"/>
            <a:ext cx="7772400" cy="1470025"/>
          </a:xfrm>
        </p:spPr>
        <p:txBody>
          <a:bodyPr>
            <a:normAutofit/>
          </a:bodyPr>
          <a:lstStyle/>
          <a:p>
            <a:pPr algn="ctr"/>
            <a:r>
              <a:rPr lang="ru-RU" sz="4800" dirty="0">
                <a:latin typeface="Sylfaen" panose="010A0502050306030303" pitchFamily="18" charset="0"/>
              </a:rPr>
              <a:t>«</a:t>
            </a:r>
            <a:r>
              <a:rPr lang="ru-RU" sz="4800" dirty="0" err="1">
                <a:latin typeface="Sylfaen" panose="010A0502050306030303" pitchFamily="18" charset="0"/>
              </a:rPr>
              <a:t>СчитайПравильно</a:t>
            </a:r>
            <a:r>
              <a:rPr lang="ru-RU" sz="4800" dirty="0">
                <a:latin typeface="Sylfaen" panose="010A0502050306030303" pitchFamily="18" charset="0"/>
              </a:rPr>
              <a:t>»</a:t>
            </a:r>
            <a:endParaRPr sz="4800" dirty="0">
              <a:latin typeface="Sylfaen" panose="010A0502050306030303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386760"/>
            <a:ext cx="6400800" cy="824948"/>
          </a:xfrm>
        </p:spPr>
        <p:txBody>
          <a:bodyPr/>
          <a:lstStyle/>
          <a:p>
            <a:pPr algn="ctr"/>
            <a:r>
              <a:rPr lang="ru-RU" b="1" dirty="0">
                <a:solidFill>
                  <a:schemeClr val="accent4">
                    <a:lumMod val="50000"/>
                  </a:schemeClr>
                </a:solidFill>
              </a:rPr>
              <a:t>Считай прибыль, а не убытки</a:t>
            </a:r>
            <a:endParaRPr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="" xmlns:a16="http://schemas.microsoft.com/office/drawing/2014/main" id="{D09A7A1B-6D44-A021-78C3-9457C563FEC7}"/>
              </a:ext>
            </a:extLst>
          </p:cNvPr>
          <p:cNvSpPr txBox="1">
            <a:spLocks/>
          </p:cNvSpPr>
          <p:nvPr/>
        </p:nvSpPr>
        <p:spPr>
          <a:xfrm>
            <a:off x="2724995" y="5423452"/>
            <a:ext cx="6298096" cy="58972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ru-RU" sz="1600" dirty="0">
                <a:solidFill>
                  <a:schemeClr val="accent4">
                    <a:lumMod val="50000"/>
                  </a:schemeClr>
                </a:solidFill>
              </a:rPr>
              <a:t>Выполнили:</a:t>
            </a:r>
            <a:br>
              <a:rPr lang="ru-RU" sz="1600" dirty="0">
                <a:solidFill>
                  <a:schemeClr val="accent4">
                    <a:lumMod val="50000"/>
                  </a:schemeClr>
                </a:solidFill>
              </a:rPr>
            </a:br>
            <a:r>
              <a:rPr lang="ru-RU" sz="1600" dirty="0">
                <a:solidFill>
                  <a:schemeClr val="accent4">
                    <a:lumMod val="50000"/>
                  </a:schemeClr>
                </a:solidFill>
              </a:rPr>
              <a:t>Арама Анастасия</a:t>
            </a:r>
            <a:br>
              <a:rPr lang="ru-RU" sz="1600" dirty="0">
                <a:solidFill>
                  <a:schemeClr val="accent4">
                    <a:lumMod val="50000"/>
                  </a:schemeClr>
                </a:solidFill>
              </a:rPr>
            </a:br>
            <a:r>
              <a:rPr lang="ru-RU" sz="1600" dirty="0">
                <a:solidFill>
                  <a:schemeClr val="accent4">
                    <a:lumMod val="50000"/>
                  </a:schemeClr>
                </a:solidFill>
              </a:rPr>
              <a:t>Коновалова Александра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  <p:sp>
        <p:nvSpPr>
          <p:cNvPr id="3" name="Прямоугольник 2"/>
          <p:cNvSpPr/>
          <p:nvPr/>
        </p:nvSpPr>
        <p:spPr>
          <a:xfrm>
            <a:off x="1731555" y="-44429"/>
            <a:ext cx="569378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smtClean="0"/>
              <a:t>Главная страница «Моя мастерская »</a:t>
            </a:r>
            <a:endParaRPr lang="ru-RU" sz="24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78" y="402734"/>
            <a:ext cx="9144000" cy="6469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692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  <p:sp>
        <p:nvSpPr>
          <p:cNvPr id="3" name="Прямоугольник 2"/>
          <p:cNvSpPr/>
          <p:nvPr/>
        </p:nvSpPr>
        <p:spPr>
          <a:xfrm>
            <a:off x="2861282" y="-89582"/>
            <a:ext cx="369828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С</a:t>
            </a:r>
            <a:r>
              <a:rPr lang="ru-RU" sz="2400" dirty="0" smtClean="0"/>
              <a:t>траница «Мой Склад »</a:t>
            </a:r>
            <a:endParaRPr lang="ru-RU" sz="2400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78" y="355600"/>
            <a:ext cx="9144000" cy="650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8534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Ретро">
  <a:themeElements>
    <a:clrScheme name="Зеленый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Молочное стекло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243AF7DC-D15B-41C0-AE81-23980D1B9FC4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483</TotalTime>
  <Words>25</Words>
  <Application>Microsoft Office PowerPoint</Application>
  <PresentationFormat>Экран (4:3)</PresentationFormat>
  <Paragraphs>8</Paragraphs>
  <Slides>3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7" baseType="lpstr">
      <vt:lpstr>Arial</vt:lpstr>
      <vt:lpstr>Calibri</vt:lpstr>
      <vt:lpstr>Sylfaen</vt:lpstr>
      <vt:lpstr>Ретро</vt:lpstr>
      <vt:lpstr>«СчитайПравильно»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СчитайПравильно</dc:title>
  <dc:subject/>
  <dc:creator>user</dc:creator>
  <cp:keywords/>
  <dc:description>generated using python-pptx</dc:description>
  <cp:lastModifiedBy>user</cp:lastModifiedBy>
  <cp:revision>35</cp:revision>
  <dcterms:created xsi:type="dcterms:W3CDTF">2013-01-27T09:14:16Z</dcterms:created>
  <dcterms:modified xsi:type="dcterms:W3CDTF">2025-10-21T17:06:53Z</dcterms:modified>
  <cp:category/>
</cp:coreProperties>
</file>